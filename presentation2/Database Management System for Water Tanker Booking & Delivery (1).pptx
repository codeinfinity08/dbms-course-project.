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Roca Two Heavy" charset="1" panose="00000A00000000000000"/>
      <p:regular r:id="rId9"/>
    </p:embeddedFont>
    <p:embeddedFont>
      <p:font typeface="TT Chocolates" charset="1" panose="02000503020000020003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43460" y="2607746"/>
            <a:ext cx="9895170" cy="6650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13"/>
              </a:lnSpc>
            </a:pPr>
            <a:r>
              <a:rPr lang="en-US" sz="10504" spc="-798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Database Management System for Wa</a:t>
            </a:r>
            <a:r>
              <a:rPr lang="en-US" b="true" sz="10504" spc="-798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ter Tanker Booking &amp; Delivery</a:t>
            </a:r>
          </a:p>
          <a:p>
            <a:pPr algn="l">
              <a:lnSpc>
                <a:spcPts val="8613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5303174" y="715124"/>
            <a:ext cx="1571174" cy="627153"/>
            <a:chOff x="0" y="0"/>
            <a:chExt cx="1018133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8133" cy="406400"/>
            </a:xfrm>
            <a:custGeom>
              <a:avLst/>
              <a:gdLst/>
              <a:ahLst/>
              <a:cxnLst/>
              <a:rect r="r" b="b" t="t" l="l"/>
              <a:pathLst>
                <a:path h="406400" w="1018133">
                  <a:moveTo>
                    <a:pt x="814933" y="0"/>
                  </a:moveTo>
                  <a:cubicBezTo>
                    <a:pt x="927157" y="0"/>
                    <a:pt x="1018133" y="90976"/>
                    <a:pt x="1018133" y="203200"/>
                  </a:cubicBezTo>
                  <a:cubicBezTo>
                    <a:pt x="1018133" y="315424"/>
                    <a:pt x="927157" y="406400"/>
                    <a:pt x="81493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62768"/>
            </a:solidFill>
            <a:ln w="19050" cap="sq">
              <a:solidFill>
                <a:srgbClr val="1D348A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1813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148710" y="5541274"/>
            <a:ext cx="1393548" cy="1440654"/>
          </a:xfrm>
          <a:custGeom>
            <a:avLst/>
            <a:gdLst/>
            <a:ahLst/>
            <a:cxnLst/>
            <a:rect r="r" b="b" t="t" l="l"/>
            <a:pathLst>
              <a:path h="1440654" w="1393548">
                <a:moveTo>
                  <a:pt x="0" y="0"/>
                </a:moveTo>
                <a:lnTo>
                  <a:pt x="1393548" y="0"/>
                </a:lnTo>
                <a:lnTo>
                  <a:pt x="1393548" y="1440654"/>
                </a:lnTo>
                <a:lnTo>
                  <a:pt x="0" y="14406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930173" y="210613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8930173" y="9634278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243460" y="8128717"/>
            <a:ext cx="12344400" cy="480060"/>
            <a:chOff x="0" y="0"/>
            <a:chExt cx="16459200" cy="640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459200" cy="640080"/>
            </a:xfrm>
            <a:custGeom>
              <a:avLst/>
              <a:gdLst/>
              <a:ahLst/>
              <a:cxnLst/>
              <a:rect r="r" b="b" t="t" l="l"/>
              <a:pathLst>
                <a:path h="6400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164592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000000"/>
                  </a:solidFill>
                  <a:latin typeface="TT Chocolates"/>
                  <a:ea typeface="TT Chocolates"/>
                  <a:cs typeface="TT Chocolates"/>
                  <a:sym typeface="TT Chocolates"/>
                </a:rPr>
                <a:t>Presented by: Chandrahas Thunga |   Roll No: 25WU0102284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8622832"/>
            <a:ext cx="880594" cy="910361"/>
          </a:xfrm>
          <a:custGeom>
            <a:avLst/>
            <a:gdLst/>
            <a:ahLst/>
            <a:cxnLst/>
            <a:rect r="r" b="b" t="t" l="l"/>
            <a:pathLst>
              <a:path h="910361" w="880594">
                <a:moveTo>
                  <a:pt x="0" y="0"/>
                </a:moveTo>
                <a:lnTo>
                  <a:pt x="880594" y="0"/>
                </a:lnTo>
                <a:lnTo>
                  <a:pt x="880594" y="910361"/>
                </a:lnTo>
                <a:lnTo>
                  <a:pt x="0" y="9103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930173" y="210613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930173" y="9634278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907709" y="808093"/>
            <a:ext cx="13205491" cy="8605578"/>
          </a:xfrm>
          <a:custGeom>
            <a:avLst/>
            <a:gdLst/>
            <a:ahLst/>
            <a:cxnLst/>
            <a:rect r="r" b="b" t="t" l="l"/>
            <a:pathLst>
              <a:path h="8605578" w="13205491">
                <a:moveTo>
                  <a:pt x="0" y="0"/>
                </a:moveTo>
                <a:lnTo>
                  <a:pt x="13205491" y="0"/>
                </a:lnTo>
                <a:lnTo>
                  <a:pt x="13205491" y="8605578"/>
                </a:lnTo>
                <a:lnTo>
                  <a:pt x="0" y="86055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45489" y="1112893"/>
            <a:ext cx="16751301" cy="96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89"/>
              </a:lnSpc>
            </a:pPr>
            <a:r>
              <a:rPr lang="en-US" sz="8401" spc="-638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ER Diagram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606054" y="3920448"/>
            <a:ext cx="9895170" cy="595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139"/>
              </a:lnSpc>
            </a:pPr>
            <a:r>
              <a:rPr lang="en-US" b="true" sz="27000" spc="-2052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Thank You!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769451" y="6504738"/>
            <a:ext cx="2048459" cy="2117703"/>
          </a:xfrm>
          <a:custGeom>
            <a:avLst/>
            <a:gdLst/>
            <a:ahLst/>
            <a:cxnLst/>
            <a:rect r="r" b="b" t="t" l="l"/>
            <a:pathLst>
              <a:path h="2117703" w="2048459">
                <a:moveTo>
                  <a:pt x="0" y="0"/>
                </a:moveTo>
                <a:lnTo>
                  <a:pt x="2048459" y="0"/>
                </a:lnTo>
                <a:lnTo>
                  <a:pt x="2048459" y="2117703"/>
                </a:lnTo>
                <a:lnTo>
                  <a:pt x="0" y="21177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DAHTbhc0yKI</dc:identifier>
  <dcterms:modified xsi:type="dcterms:W3CDTF">2011-08-01T06:04:30Z</dcterms:modified>
  <cp:revision>1</cp:revision>
  <dc:title>Database Management System for Water Tanker Booking &amp; Delivery</dc:title>
</cp:coreProperties>
</file>